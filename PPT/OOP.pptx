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OOP Concepts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</a:t>
            </a:r>
            <a:r>
              <a:rPr lang="en-US" dirty="0"/>
              <a:t> means a real-world entity such as a mobile, book, table, computer, watch, etc.</a:t>
            </a:r>
          </a:p>
          <a:p>
            <a:r>
              <a:rPr lang="en-US" b="1" dirty="0"/>
              <a:t>Object-Oriented Programming</a:t>
            </a:r>
            <a:r>
              <a:rPr lang="en-US" dirty="0"/>
              <a:t> is a methodology or paradigm to design a program using classes and objects.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Programming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81200" y="1600200"/>
            <a:ext cx="48768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 </a:t>
            </a:r>
            <a:r>
              <a:rPr lang="en-US" b="1" dirty="0"/>
              <a:t>user-defined blueprint</a:t>
            </a:r>
            <a:r>
              <a:rPr lang="en-US" dirty="0"/>
              <a:t> or </a:t>
            </a:r>
            <a:r>
              <a:rPr lang="en-US" b="1" dirty="0"/>
              <a:t>prototype</a:t>
            </a:r>
            <a:r>
              <a:rPr lang="en-US" dirty="0"/>
              <a:t> from which objects are created.</a:t>
            </a:r>
          </a:p>
          <a:p>
            <a:r>
              <a:rPr lang="en-US" dirty="0"/>
              <a:t>Class does not occupy memory.</a:t>
            </a:r>
          </a:p>
          <a:p>
            <a:r>
              <a:rPr lang="en-US" dirty="0"/>
              <a:t>Class is a group of variables of different data types and a group of methods.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in Java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828800"/>
            <a:ext cx="56388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An object is an </a:t>
            </a:r>
            <a:r>
              <a:rPr lang="en-US" sz="2800" b="1" dirty="0"/>
              <a:t>instance of a class</a:t>
            </a:r>
            <a:r>
              <a:rPr lang="en-US" sz="2800" dirty="0"/>
              <a:t>.</a:t>
            </a:r>
          </a:p>
          <a:p>
            <a:r>
              <a:rPr lang="en-US" sz="2800" dirty="0"/>
              <a:t>The object is an entity which has </a:t>
            </a:r>
            <a:r>
              <a:rPr lang="en-US" sz="2800" b="1" dirty="0"/>
              <a:t>state</a:t>
            </a:r>
            <a:r>
              <a:rPr lang="en-US" sz="2800" dirty="0"/>
              <a:t> and </a:t>
            </a:r>
            <a:r>
              <a:rPr lang="en-US" sz="2800" b="1" dirty="0"/>
              <a:t>behavior.</a:t>
            </a:r>
          </a:p>
          <a:p>
            <a:pPr lvl="1"/>
            <a:r>
              <a:rPr lang="en-US" sz="2400" b="1" dirty="0"/>
              <a:t>State</a:t>
            </a:r>
            <a:r>
              <a:rPr lang="en-US" sz="2400" dirty="0"/>
              <a:t> represents the data of an object</a:t>
            </a:r>
          </a:p>
          <a:p>
            <a:pPr lvl="1"/>
            <a:r>
              <a:rPr lang="en-US" sz="2400" b="1" dirty="0"/>
              <a:t>Behavior</a:t>
            </a:r>
            <a:r>
              <a:rPr lang="en-US" sz="2400" dirty="0"/>
              <a:t> represents  the behavior of an object such as deposit, withdraw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 in Java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752600"/>
            <a:ext cx="6248400" cy="3515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 in Java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Creating an Object</a:t>
            </a:r>
          </a:p>
          <a:p>
            <a:r>
              <a:rPr lang="en-US" dirty="0"/>
              <a:t>Using the </a:t>
            </a:r>
            <a:r>
              <a:rPr lang="en-US" b="1" dirty="0"/>
              <a:t>new</a:t>
            </a:r>
            <a:r>
              <a:rPr lang="en-US" dirty="0"/>
              <a:t> keyword is the most popular way to create an object or instance of the class.</a:t>
            </a:r>
          </a:p>
          <a:p>
            <a:r>
              <a:rPr lang="en-US" dirty="0"/>
              <a:t>The syntax for creating an object is:</a:t>
            </a:r>
          </a:p>
          <a:p>
            <a:endParaRPr 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4495800"/>
            <a:ext cx="5638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Methods</a:t>
            </a:r>
            <a:r>
              <a:rPr lang="en-US" dirty="0"/>
              <a:t> are nothing but the </a:t>
            </a:r>
            <a:r>
              <a:rPr lang="en-US" b="1" dirty="0"/>
              <a:t>function</a:t>
            </a:r>
            <a:r>
              <a:rPr lang="en-US" dirty="0"/>
              <a:t> defined by particular class.</a:t>
            </a:r>
          </a:p>
          <a:p>
            <a:r>
              <a:rPr lang="en-US" dirty="0"/>
              <a:t>Methods are declared within a class, and that they are used </a:t>
            </a:r>
            <a:r>
              <a:rPr lang="en-US" b="1" dirty="0"/>
              <a:t>to perform certain actions.</a:t>
            </a:r>
          </a:p>
          <a:p>
            <a:r>
              <a:rPr lang="en-US" dirty="0"/>
              <a:t>It is used to achieve the </a:t>
            </a:r>
            <a:r>
              <a:rPr lang="en-US" b="1" dirty="0"/>
              <a:t>reusability</a:t>
            </a:r>
            <a:r>
              <a:rPr lang="en-US" dirty="0"/>
              <a:t> of code.</a:t>
            </a:r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in Java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600200"/>
            <a:ext cx="7162799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It is a </a:t>
            </a:r>
            <a:r>
              <a:rPr lang="en-US" sz="2800" b="1" dirty="0"/>
              <a:t>special type of method </a:t>
            </a:r>
            <a:r>
              <a:rPr lang="en-US" sz="2800" dirty="0"/>
              <a:t>which is used to </a:t>
            </a:r>
            <a:r>
              <a:rPr lang="en-US" sz="2800" b="1" dirty="0"/>
              <a:t>initialize the object.</a:t>
            </a:r>
          </a:p>
          <a:p>
            <a:r>
              <a:rPr lang="en-US" sz="2800" dirty="0"/>
              <a:t>It is called when an instance of the class is created.</a:t>
            </a:r>
          </a:p>
          <a:p>
            <a:r>
              <a:rPr lang="en-US" sz="2800" dirty="0"/>
              <a:t>Every time an object is created using the new() keyword, at least one constructor is called.</a:t>
            </a:r>
          </a:p>
          <a:p>
            <a:r>
              <a:rPr lang="en-US" sz="2800" b="1" dirty="0"/>
              <a:t>Example: </a:t>
            </a:r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4191000"/>
            <a:ext cx="3581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Rules for creating Java constructor</a:t>
            </a:r>
          </a:p>
          <a:p>
            <a:pPr lvl="1"/>
            <a:r>
              <a:rPr lang="en-US" sz="2400" b="1" dirty="0"/>
              <a:t>Constructor name </a:t>
            </a:r>
            <a:r>
              <a:rPr lang="en-US" sz="2400" dirty="0"/>
              <a:t>must be the </a:t>
            </a:r>
            <a:r>
              <a:rPr lang="en-US" sz="2400" b="1" dirty="0"/>
              <a:t>same as its class name</a:t>
            </a:r>
          </a:p>
          <a:p>
            <a:pPr lvl="1"/>
            <a:r>
              <a:rPr lang="en-US" sz="2400" dirty="0"/>
              <a:t>A Constructor must have </a:t>
            </a:r>
            <a:r>
              <a:rPr lang="en-US" sz="2400" b="1" dirty="0"/>
              <a:t>no explicit return type</a:t>
            </a:r>
          </a:p>
          <a:p>
            <a:pPr lvl="1"/>
            <a:r>
              <a:rPr lang="en-US" sz="2400" dirty="0"/>
              <a:t>A Java constructor </a:t>
            </a:r>
            <a:r>
              <a:rPr lang="en-US" sz="2400" b="1" dirty="0"/>
              <a:t>cannot be abstract, static, final, and synchronized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Constructor</a:t>
            </a:r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76400" y="1905000"/>
            <a:ext cx="58674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Create a Student class with fields like </a:t>
            </a:r>
            <a:r>
              <a:rPr lang="en-US" dirty="0" err="1"/>
              <a:t>rollNo</a:t>
            </a:r>
            <a:r>
              <a:rPr lang="en-US" dirty="0"/>
              <a:t>, name, and marks. Create multiple student objects and display their details using a method.</a:t>
            </a:r>
          </a:p>
          <a:p>
            <a:r>
              <a:rPr lang="en-US" dirty="0"/>
              <a:t>Create a </a:t>
            </a:r>
            <a:r>
              <a:rPr lang="en-US" b="1" dirty="0"/>
              <a:t>BankAccount</a:t>
            </a:r>
            <a:r>
              <a:rPr lang="en-US" dirty="0"/>
              <a:t> class with attributes: </a:t>
            </a:r>
            <a:r>
              <a:rPr lang="en-US" b="1" dirty="0"/>
              <a:t>accountNumber, accountHolder, and balance</a:t>
            </a:r>
            <a:r>
              <a:rPr lang="en-US" dirty="0"/>
              <a:t>. Include methods to </a:t>
            </a:r>
            <a:r>
              <a:rPr lang="en-US" b="1" dirty="0"/>
              <a:t>deposit()</a:t>
            </a:r>
            <a:r>
              <a:rPr lang="en-US" dirty="0"/>
              <a:t>, </a:t>
            </a:r>
            <a:r>
              <a:rPr lang="en-US" b="1" dirty="0"/>
              <a:t>withdraw()</a:t>
            </a:r>
            <a:r>
              <a:rPr lang="en-US" dirty="0"/>
              <a:t>, and </a:t>
            </a:r>
            <a:r>
              <a:rPr lang="en-US" b="1" dirty="0"/>
              <a:t>checkBalance()</a:t>
            </a:r>
            <a:r>
              <a:rPr lang="en-US" dirty="0"/>
              <a:t>.</a:t>
            </a:r>
          </a:p>
          <a:p>
            <a:r>
              <a:rPr lang="en-US" dirty="0"/>
              <a:t>Create a class </a:t>
            </a:r>
            <a:r>
              <a:rPr lang="en-US" b="1" dirty="0"/>
              <a:t>Item</a:t>
            </a:r>
            <a:r>
              <a:rPr lang="en-US" dirty="0"/>
              <a:t> with attributes </a:t>
            </a:r>
            <a:r>
              <a:rPr lang="en-US" b="1" dirty="0"/>
              <a:t>itemId, name, and price</a:t>
            </a:r>
            <a:r>
              <a:rPr lang="en-US" dirty="0"/>
              <a:t>. Create methods to </a:t>
            </a:r>
            <a:r>
              <a:rPr lang="en-US" b="1" dirty="0"/>
              <a:t>calculate total price</a:t>
            </a:r>
            <a:r>
              <a:rPr lang="en-US" dirty="0"/>
              <a:t> for a given quantity and </a:t>
            </a:r>
            <a:r>
              <a:rPr lang="en-US" b="1" dirty="0"/>
              <a:t>apply discount if total is above 1000.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Inheritance is the procedure in which one class inherits the attributes and methods of another class. </a:t>
            </a:r>
          </a:p>
          <a:p>
            <a:r>
              <a:rPr lang="en-US" dirty="0"/>
              <a:t>The idea behind inheritance in Java is that you can create new classes that are built upon existing classes.</a:t>
            </a:r>
          </a:p>
          <a:p>
            <a:r>
              <a:rPr lang="en-US" dirty="0"/>
              <a:t>Inheritance represents the </a:t>
            </a:r>
            <a:r>
              <a:rPr lang="en-US" b="1" dirty="0"/>
              <a:t>IS-A relationship</a:t>
            </a:r>
            <a:r>
              <a:rPr lang="en-US" dirty="0"/>
              <a:t> which is also known as a </a:t>
            </a:r>
            <a:r>
              <a:rPr lang="en-US" b="1" i="1" dirty="0"/>
              <a:t>parent-child</a:t>
            </a:r>
            <a:r>
              <a:rPr lang="en-US" b="1" dirty="0"/>
              <a:t> </a:t>
            </a:r>
            <a:r>
              <a:rPr lang="en-US" dirty="0"/>
              <a:t>relationship.</a:t>
            </a:r>
          </a:p>
          <a:p>
            <a:endParaRPr lang="en-US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DD058-CE69-753A-4E07-30E93BF50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8FA2-97C8-1632-5DFE-240518592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813F81-2B18-1EF1-B9B4-7646E7AA1C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9400" y="1752600"/>
            <a:ext cx="3581400" cy="3810000"/>
          </a:xfrm>
        </p:spPr>
      </p:pic>
    </p:spTree>
    <p:extLst>
      <p:ext uri="{BB962C8B-B14F-4D97-AF65-F5344CB8AC3E}">
        <p14:creationId xmlns:p14="http://schemas.microsoft.com/office/powerpoint/2010/main" val="2361682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46D28-5673-F220-E4A6-A7D70D2C3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80003-A357-6646-5A11-74F6CF857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FFD1F1-B5EC-C4B7-8363-88907B44E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Syntax </a:t>
            </a:r>
          </a:p>
          <a:p>
            <a:endParaRPr lang="en-IN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D420DBC-08BE-F907-BCE8-5A51D65E8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362200"/>
            <a:ext cx="6250112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60538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9EB7C-A395-BF60-663A-673A9A6C8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A7B9D-395A-0BE2-4BCD-F7742B95D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Inheritance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26E182-9C42-9D07-18E6-03554ADFD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A8FDEC-E748-31DC-3700-176AB7AC3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52600"/>
            <a:ext cx="7600168" cy="393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323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86E10-72CB-DEA1-3826-B8F05BE86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 access and Inheritance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6020B-53DB-171D-3C3E-AE46FA1A6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access modifiers in Java specifies the accessibility or scope of a field, method, constructor, or class. </a:t>
            </a:r>
          </a:p>
          <a:p>
            <a:r>
              <a:rPr lang="en-US" dirty="0"/>
              <a:t>There are four types of Java access modifiers: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Private</a:t>
            </a:r>
            <a:r>
              <a:rPr lang="en-US" dirty="0"/>
              <a:t>: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Default</a:t>
            </a:r>
            <a:r>
              <a:rPr lang="en-US" dirty="0"/>
              <a:t>: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Protected</a:t>
            </a:r>
            <a:r>
              <a:rPr lang="en-US" dirty="0"/>
              <a:t>: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Public</a:t>
            </a:r>
            <a:r>
              <a:rPr lang="en-US" dirty="0"/>
              <a:t>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8846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317CD-B090-9EC1-AD9B-7FA4F3051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5B347-E178-17B1-4BE5-45BDF828C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 access and Inheritance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8436D4E-795C-C7E7-7EF3-E5615AA8E3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81075" y="1752600"/>
            <a:ext cx="737926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61012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6CA89-C6E7-F30E-16BF-008151361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super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4B24B96-BD6C-005A-57C6-04A47822B7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400300" y="1600200"/>
            <a:ext cx="43434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641093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5CA7D-6BB2-D107-EF83-FDF89281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C3CCF-4D8D-D5E3-DE09-750D66071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word “</a:t>
            </a:r>
            <a:r>
              <a:rPr lang="en-US" b="1" dirty="0"/>
              <a:t>poly</a:t>
            </a:r>
            <a:r>
              <a:rPr lang="en-US" dirty="0"/>
              <a:t>” means </a:t>
            </a:r>
            <a:r>
              <a:rPr lang="en-US" b="1" dirty="0"/>
              <a:t>many</a:t>
            </a:r>
            <a:r>
              <a:rPr lang="en-US" dirty="0"/>
              <a:t> and “</a:t>
            </a:r>
            <a:r>
              <a:rPr lang="en-US" b="1" dirty="0"/>
              <a:t>morphs</a:t>
            </a:r>
            <a:r>
              <a:rPr lang="en-US" dirty="0"/>
              <a:t>” means </a:t>
            </a:r>
            <a:r>
              <a:rPr lang="en-US" b="1" dirty="0"/>
              <a:t>forms</a:t>
            </a:r>
            <a:r>
              <a:rPr lang="en-US" dirty="0"/>
              <a:t>, So it means many forms.</a:t>
            </a:r>
          </a:p>
          <a:p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D6399D0-40E9-B8E2-82DF-9B1C53DCF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849563"/>
            <a:ext cx="6248399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15316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0DE6C-5A16-078D-6A28-E80AF19D0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73299-612C-5298-FDC2-DFC0372F1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Create a </a:t>
            </a:r>
            <a:r>
              <a:rPr lang="en-US" b="1" dirty="0"/>
              <a:t>Person</a:t>
            </a:r>
            <a:r>
              <a:rPr lang="en-US" dirty="0"/>
              <a:t> class with attributes like </a:t>
            </a:r>
            <a:r>
              <a:rPr lang="en-US" b="1" dirty="0"/>
              <a:t>name and age</a:t>
            </a:r>
            <a:r>
              <a:rPr lang="en-US" dirty="0"/>
              <a:t>. Derive a </a:t>
            </a:r>
            <a:r>
              <a:rPr lang="en-US" b="1" dirty="0"/>
              <a:t>Student</a:t>
            </a:r>
            <a:r>
              <a:rPr lang="en-US" dirty="0"/>
              <a:t> class that includes attributes like </a:t>
            </a:r>
            <a:r>
              <a:rPr lang="en-US" b="1" dirty="0"/>
              <a:t>roll number and course</a:t>
            </a:r>
            <a:r>
              <a:rPr lang="en-US" dirty="0"/>
              <a:t>. Write a program to </a:t>
            </a:r>
            <a:r>
              <a:rPr lang="en-US" b="1" dirty="0"/>
              <a:t>accept</a:t>
            </a:r>
            <a:r>
              <a:rPr lang="en-US" dirty="0"/>
              <a:t> and </a:t>
            </a:r>
            <a:r>
              <a:rPr lang="en-US" b="1" dirty="0"/>
              <a:t>display</a:t>
            </a:r>
            <a:r>
              <a:rPr lang="en-US" dirty="0"/>
              <a:t> details of a student.</a:t>
            </a:r>
          </a:p>
          <a:p>
            <a:r>
              <a:rPr lang="en-US" dirty="0"/>
              <a:t>Create a class </a:t>
            </a:r>
            <a:r>
              <a:rPr lang="en-US" b="1" dirty="0"/>
              <a:t>Person: name, age, gender</a:t>
            </a:r>
            <a:r>
              <a:rPr lang="en-US" dirty="0"/>
              <a:t>.</a:t>
            </a:r>
          </a:p>
          <a:p>
            <a:r>
              <a:rPr lang="en-US" b="1" dirty="0"/>
              <a:t>Subclasses: Doctor </a:t>
            </a:r>
            <a:r>
              <a:rPr lang="en-US" dirty="0"/>
              <a:t>(specialization, salary), </a:t>
            </a:r>
            <a:r>
              <a:rPr lang="en-US" b="1" dirty="0"/>
              <a:t>Patient</a:t>
            </a:r>
            <a:r>
              <a:rPr lang="en-US" dirty="0"/>
              <a:t> (disease, </a:t>
            </a:r>
            <a:r>
              <a:rPr lang="en-US" dirty="0" err="1"/>
              <a:t>admissionDate</a:t>
            </a:r>
            <a:r>
              <a:rPr lang="en-US" dirty="0"/>
              <a:t>), </a:t>
            </a:r>
            <a:r>
              <a:rPr lang="en-US" b="1" dirty="0"/>
              <a:t>Nurse</a:t>
            </a:r>
            <a:r>
              <a:rPr lang="en-US" dirty="0"/>
              <a:t> (shift, </a:t>
            </a:r>
            <a:r>
              <a:rPr lang="en-US" dirty="0" err="1"/>
              <a:t>assignedWard</a:t>
            </a:r>
            <a:r>
              <a:rPr lang="en-US" dirty="0"/>
              <a:t>).Implement methods to </a:t>
            </a:r>
            <a:r>
              <a:rPr lang="en-US" b="1" dirty="0"/>
              <a:t>display individual roles and responsibilities.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5661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606D8-8117-EAFC-3DD0-D342139A0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C109-D028-1D90-D772-7C2617A86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67D78-5276-230D-DC2C-B40E80A10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Create a base class </a:t>
            </a:r>
            <a:r>
              <a:rPr lang="en-US" b="1" dirty="0"/>
              <a:t>Shape</a:t>
            </a:r>
            <a:r>
              <a:rPr lang="en-US" dirty="0"/>
              <a:t> with method area(). Create subclasses </a:t>
            </a:r>
            <a:r>
              <a:rPr lang="en-US" b="1" dirty="0"/>
              <a:t>Circle</a:t>
            </a:r>
            <a:r>
              <a:rPr lang="en-US" dirty="0"/>
              <a:t>, </a:t>
            </a:r>
            <a:r>
              <a:rPr lang="en-US" b="1" dirty="0"/>
              <a:t>Rectangle</a:t>
            </a:r>
            <a:r>
              <a:rPr lang="en-US" dirty="0"/>
              <a:t>, and </a:t>
            </a:r>
            <a:r>
              <a:rPr lang="en-US" b="1" dirty="0"/>
              <a:t>Triangle</a:t>
            </a:r>
            <a:r>
              <a:rPr lang="en-US" dirty="0"/>
              <a:t>, each overriding the </a:t>
            </a:r>
            <a:r>
              <a:rPr lang="en-US" b="1" dirty="0"/>
              <a:t>area() </a:t>
            </a:r>
            <a:r>
              <a:rPr lang="en-US" dirty="0"/>
              <a:t>method to calculate and return area accordingly.</a:t>
            </a:r>
          </a:p>
          <a:p>
            <a:r>
              <a:rPr lang="en-US" dirty="0"/>
              <a:t>Create a class </a:t>
            </a:r>
            <a:r>
              <a:rPr lang="en-US" b="1" dirty="0"/>
              <a:t>Product</a:t>
            </a:r>
            <a:r>
              <a:rPr lang="en-US" dirty="0"/>
              <a:t> with attributes like </a:t>
            </a:r>
            <a:r>
              <a:rPr lang="en-US" b="1" dirty="0"/>
              <a:t>ID, name, and price</a:t>
            </a:r>
            <a:r>
              <a:rPr lang="en-US" dirty="0"/>
              <a:t>. Inherit </a:t>
            </a:r>
            <a:r>
              <a:rPr lang="en-US" b="1" dirty="0"/>
              <a:t>Electronics, Clothing, and Grocery classes </a:t>
            </a:r>
            <a:r>
              <a:rPr lang="en-US" dirty="0"/>
              <a:t>with additional features (e.g., warranty, size, expiry date). Write methods to </a:t>
            </a:r>
            <a:r>
              <a:rPr lang="en-US" b="1" dirty="0"/>
              <a:t>calculate discount </a:t>
            </a:r>
            <a:r>
              <a:rPr lang="en-US" dirty="0"/>
              <a:t>and </a:t>
            </a:r>
            <a:r>
              <a:rPr lang="en-US" b="1" dirty="0"/>
              <a:t>display final price.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34797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662</Words>
  <Application>Microsoft Office PowerPoint</Application>
  <PresentationFormat>On-screen Show (4:3)</PresentationFormat>
  <Paragraphs>66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OOP Concepts</vt:lpstr>
      <vt:lpstr>Object Oriented Programming</vt:lpstr>
      <vt:lpstr>Object Oriented Programming</vt:lpstr>
      <vt:lpstr>Classes in Java</vt:lpstr>
      <vt:lpstr>Classes in Java</vt:lpstr>
      <vt:lpstr>Objects in Java</vt:lpstr>
      <vt:lpstr>Objects in Java</vt:lpstr>
      <vt:lpstr>Objects in Java</vt:lpstr>
      <vt:lpstr>Methods in Java</vt:lpstr>
      <vt:lpstr>Methods in Java</vt:lpstr>
      <vt:lpstr>Constructor</vt:lpstr>
      <vt:lpstr>Constructor</vt:lpstr>
      <vt:lpstr>Types of Constructor</vt:lpstr>
      <vt:lpstr>Assignments</vt:lpstr>
      <vt:lpstr>Inheritance</vt:lpstr>
      <vt:lpstr>Inheritance</vt:lpstr>
      <vt:lpstr>Inheritance</vt:lpstr>
      <vt:lpstr>Types of Inheritance</vt:lpstr>
      <vt:lpstr>Member access and Inheritance</vt:lpstr>
      <vt:lpstr>Member access and Inheritance</vt:lpstr>
      <vt:lpstr>Using super</vt:lpstr>
      <vt:lpstr>Polymorphism </vt:lpstr>
      <vt:lpstr>Assignments</vt:lpstr>
      <vt:lpstr>Assignments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 Concepts</dc:title>
  <dc:creator>admin</dc:creator>
  <cp:lastModifiedBy>TEJAS SANTOSH NALAWADE</cp:lastModifiedBy>
  <cp:revision>33</cp:revision>
  <dcterms:created xsi:type="dcterms:W3CDTF">2006-08-16T00:00:00Z</dcterms:created>
  <dcterms:modified xsi:type="dcterms:W3CDTF">2026-07-03T11:32:52Z</dcterms:modified>
</cp:coreProperties>
</file>