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64E8-7973-4BD9-9A60-A422BAABC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E02DA-689D-43CF-B97C-97BA0FFC7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245D1-CB2D-4761-B4D2-E46CD9EF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871C8-406F-44AB-953D-69FD4EF1D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3DEE3-7C8D-470F-8380-787116DF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12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108B-915B-4681-8B45-7821FC2B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1F29-D836-4565-BFA0-BFECBCA36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A075A-5048-4362-B488-29E1CF55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E2668-F530-41D8-B463-E7512214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94F69-483F-49D3-A8A4-C06EEB38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1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C29C-533D-4F05-871E-6A333D591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229A3-B79D-4863-9F06-5B81E23F8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86CAA-3436-4BE0-B6FE-B6B8DFBDE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C553E-5767-4ABF-8CC6-7C4794B32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DB7AF-BD62-4E11-A391-17DAAC41C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34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2399-7DF0-4757-A750-72851C56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CEB03-99C9-4F62-A01D-F5D279DBC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34BF7-0355-4BD4-A510-D17D96B29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68F5A-0368-4600-B838-D1ADBE06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EBAB4-A6AB-4245-9CF3-CBFD335F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D8298-84B5-44AC-803D-5AF2D1DA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40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1A233-5FFC-488C-BF81-AC4FD9083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54D92-F86D-4BDD-BEB9-E1DD22FAF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95D0C-FE0F-4F2E-81D9-2900C76F6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5B75B-322E-4407-90B8-D4EC1D96E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D09E8-2ADF-4048-885C-F8D65BD72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67358F-65BD-46F7-A522-B02710A95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7763FD-C568-40C2-B7F8-B8F5A8AB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F54815-C86E-4A36-8AFE-7FC024CB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12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63CF-F9A4-400D-AF31-020B33D20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206C1-EE91-43C7-ADAE-212B08AC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465CE-F926-437D-9190-13033A3F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C1FC5-B905-44E4-A227-356E389C3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20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3E8ED-DC37-4B94-A66A-66AE29F4D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B9726-F708-469F-97C3-09D7E79F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69642-9311-4FC4-AAFC-019C39C9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83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90C5-39C0-4177-82B0-659F4B37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4A5AF-0B61-4067-B929-F6DEC27E1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7A6CE-FA9E-45B8-9DFB-6652B0BB7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4E135-EA65-4AF6-A79B-6F3AC452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F5696-2812-4EF3-A3D8-4DA22B56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03940-E953-44FE-8C92-6A7A2B4F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75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295B-D057-4298-8133-B9EE2558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D19D1-D644-4392-80E8-8B39F6B53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7A0E3-5368-4A9F-B6FE-9905FC811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1492D-3224-408E-A602-F08CBACE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747F7-85EC-431D-8846-B132093A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423E1-83B3-49E9-8FA6-EAABEE53D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7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61482-65F2-4630-A6CE-AF2A4CDE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CBE5C-735E-4E98-868B-4382FB16F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28B6C-7482-4F8B-A579-61C7DD07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567E3-8333-4CC8-9191-57361A23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8C2E8-18D0-48E6-B48C-8BD5B9E7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50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A9D714-6B15-4975-9218-A721BEC6F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C756E-82A9-496D-8DEC-084F46694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3C918-A57A-4970-B888-BF16F35A3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BEBCA-5496-48F3-A5FD-D9155A12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4C518-7988-4F72-9757-7314FAE7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6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FA3F3-2C45-4BF8-BBED-77930569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98762-0A3E-4DE3-9FD5-6B3E28493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0385E-E895-40B8-A100-30AE557AC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19D57-BD0D-4A5D-9DA6-3E9BAC421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E626D-E44A-4BD1-9A9D-8EF59A915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24AB0-477F-4185-8512-88B1F03CB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47C94-EAEE-4F5D-9920-ACE8899C5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6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3F6C8-633A-4C91-852E-4DD893B7B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83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0F92AF-88BA-42D6-92B0-1E33E9CF1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7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BF6911-91C2-482E-9A6A-39FEA151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5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C5630-AEDE-4094-8B99-7B82C65A1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35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A7BA48-3B13-4E2C-AA2E-5A8F5D9CD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8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C55B0-8EE8-4B31-81F7-C556109AA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5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2B93BB-0075-4E73-810C-8B6A16B68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02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E82A90-56F8-4895-802E-AD3ADDE67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0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E244D-2DD9-49F4-B1A8-D40DB879B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04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16B607-61E8-4792-B717-38BD286F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9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908B81-19D3-435B-B017-BBBFBA29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613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5C199C-FE0B-4BB4-84FA-4BF6EC4A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2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07FA0-3A73-4B9F-8C9E-DBD598CB9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25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0B9B5-3F06-4FD0-8A86-6693915CF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04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6AA617-F430-4FAA-B8B4-EC33B9122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16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2DB14-E33B-4D0A-AF5A-2D89E063C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98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D02F11-48E7-4BE2-AB28-87B24A3C3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09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D19A39-BF32-499C-BA1D-01A5E404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30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Sahil Khamkar</dc:creator>
  <cp:lastModifiedBy>Sahil Khamkar</cp:lastModifiedBy>
  <cp:revision>1</cp:revision>
  <dcterms:created xsi:type="dcterms:W3CDTF">2026-07-15T04:55:07Z</dcterms:created>
  <dcterms:modified xsi:type="dcterms:W3CDTF">2026-07-15T04:59:10Z</dcterms:modified>
</cp:coreProperties>
</file>