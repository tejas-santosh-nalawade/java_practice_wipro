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8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Overview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Java?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is a high-level, object-oriented programming language.</a:t>
            </a:r>
          </a:p>
          <a:p>
            <a:r>
              <a:rPr lang="en-US" dirty="0" smtClean="0"/>
              <a:t>It is developed by </a:t>
            </a:r>
            <a:r>
              <a:rPr lang="en-US" b="1" dirty="0" smtClean="0"/>
              <a:t>Sun Microsystems </a:t>
            </a:r>
            <a:r>
              <a:rPr lang="en-US" dirty="0" smtClean="0"/>
              <a:t>(now owned by </a:t>
            </a:r>
            <a:r>
              <a:rPr lang="en-US" b="1" dirty="0" smtClean="0"/>
              <a:t>Oracle Corporation</a:t>
            </a:r>
            <a:r>
              <a:rPr lang="en-US" dirty="0" smtClean="0"/>
              <a:t>) in the mid-1990s.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Java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Java</a:t>
            </a:r>
            <a:r>
              <a:rPr lang="en-US" dirty="0" smtClean="0"/>
              <a:t> was developed by </a:t>
            </a:r>
            <a:r>
              <a:rPr lang="en-US" b="1" dirty="0" smtClean="0"/>
              <a:t>James Gosling</a:t>
            </a:r>
            <a:r>
              <a:rPr lang="en-US" dirty="0" smtClean="0"/>
              <a:t>, who is known as the </a:t>
            </a:r>
            <a:r>
              <a:rPr lang="en-US" b="1" dirty="0" smtClean="0"/>
              <a:t>father of Java</a:t>
            </a:r>
            <a:r>
              <a:rPr lang="en-US" dirty="0" smtClean="0"/>
              <a:t>, in 1995.</a:t>
            </a:r>
          </a:p>
          <a:p>
            <a:r>
              <a:rPr lang="en-US" dirty="0" smtClean="0"/>
              <a:t>Initially it was designed for small, </a:t>
            </a:r>
            <a:r>
              <a:rPr lang="en-US" b="1" dirty="0" smtClean="0"/>
              <a:t>embedded systems</a:t>
            </a:r>
            <a:r>
              <a:rPr lang="en-US" dirty="0" smtClean="0"/>
              <a:t> in electronic appliances like set-top boxes.</a:t>
            </a:r>
          </a:p>
          <a:p>
            <a:r>
              <a:rPr lang="en-US" dirty="0" smtClean="0"/>
              <a:t>Firstly, it was called </a:t>
            </a:r>
            <a:r>
              <a:rPr lang="en-US" b="1" dirty="0" smtClean="0"/>
              <a:t>"</a:t>
            </a:r>
            <a:r>
              <a:rPr lang="en-US" b="1" dirty="0" err="1" smtClean="0"/>
              <a:t>Greentalk</a:t>
            </a:r>
            <a:r>
              <a:rPr lang="en-US" b="1" dirty="0" smtClean="0"/>
              <a:t>"</a:t>
            </a:r>
            <a:r>
              <a:rPr lang="en-US" dirty="0" smtClean="0"/>
              <a:t> by James Gosling, and the file extension was .</a:t>
            </a:r>
            <a:r>
              <a:rPr lang="en-US" dirty="0" err="1" smtClean="0"/>
              <a:t>gt</a:t>
            </a:r>
            <a:r>
              <a:rPr lang="en-US" dirty="0" smtClean="0"/>
              <a:t>.</a:t>
            </a:r>
          </a:p>
          <a:p>
            <a:r>
              <a:rPr lang="en-US" dirty="0" smtClean="0"/>
              <a:t>After that, it was called </a:t>
            </a:r>
            <a:r>
              <a:rPr lang="en-US" b="1" dirty="0" smtClean="0"/>
              <a:t>Oak</a:t>
            </a:r>
            <a:r>
              <a:rPr lang="en-US" dirty="0" smtClean="0"/>
              <a:t> and was developed as a part of the Green project.</a:t>
            </a:r>
          </a:p>
          <a:p>
            <a:r>
              <a:rPr lang="en-US" dirty="0" smtClean="0"/>
              <a:t>In 1995, Oak was renamed as </a:t>
            </a:r>
            <a:r>
              <a:rPr lang="en-US" b="1" dirty="0" smtClean="0"/>
              <a:t>"Java"</a:t>
            </a:r>
            <a:r>
              <a:rPr lang="en-US" dirty="0" smtClean="0"/>
              <a:t> because it was already a trademark by Oak Technologies.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Java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057400"/>
            <a:ext cx="5334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Java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600201"/>
            <a:ext cx="6019800" cy="3963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0" y="4876800"/>
            <a:ext cx="1676400" cy="8382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between C, C++, Java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528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Platform Dependency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Platform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Platform Dependency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Memory Management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Manual memory management using new and delete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Automatic memory management with garbage collection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Compilation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Compiles directly to machine code using a compiler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Compiles directly to machine code using a compiler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Pointers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Supports pointers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Does not support pointers directly (for safety)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Multiple Inheritance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using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supported with classes, but achievable using interfaces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Generally faster due to native compilation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Slightly slower due to JVM overhead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JDK(Java Development Kit)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676400"/>
            <a:ext cx="533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Program Structure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600200"/>
            <a:ext cx="4038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World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public class </a:t>
            </a:r>
            <a:r>
              <a:rPr lang="en-US" sz="2400" dirty="0" err="1" smtClean="0"/>
              <a:t>MyFirstJavaProgram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{ </a:t>
            </a:r>
            <a:br>
              <a:rPr lang="en-US" sz="2400" dirty="0" smtClean="0"/>
            </a:br>
            <a:r>
              <a:rPr lang="en-US" sz="2400" dirty="0" smtClean="0"/>
              <a:t>     public </a:t>
            </a:r>
            <a:r>
              <a:rPr lang="en-US" sz="2400" dirty="0" smtClean="0"/>
              <a:t>static void main(String []</a:t>
            </a:r>
            <a:r>
              <a:rPr lang="en-US" sz="2400" dirty="0" err="1" smtClean="0"/>
              <a:t>args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       </a:t>
            </a:r>
            <a:r>
              <a:rPr lang="en-US" sz="2400" dirty="0" smtClean="0"/>
              <a:t>{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   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("Hello World"); </a:t>
            </a:r>
          </a:p>
          <a:p>
            <a:pPr>
              <a:buNone/>
            </a:pPr>
            <a:r>
              <a:rPr lang="en-US" sz="2400" dirty="0" smtClean="0"/>
              <a:t>        </a:t>
            </a:r>
            <a:r>
              <a:rPr lang="en-US" sz="2400" dirty="0" smtClean="0"/>
              <a:t>}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smtClean="0"/>
              <a:t>  }</a:t>
            </a:r>
          </a:p>
          <a:p>
            <a:pPr>
              <a:buNone/>
            </a:pPr>
            <a:r>
              <a:rPr lang="en-US" sz="2400" b="1" dirty="0" smtClean="0"/>
              <a:t>Output:</a:t>
            </a:r>
          </a:p>
          <a:p>
            <a:pPr>
              <a:buNone/>
            </a:pPr>
            <a:r>
              <a:rPr lang="en-US" sz="2400" dirty="0" smtClean="0"/>
              <a:t>            C</a:t>
            </a:r>
            <a:r>
              <a:rPr lang="en-US" sz="2400" dirty="0" smtClean="0"/>
              <a:t>:\&gt; </a:t>
            </a:r>
            <a:r>
              <a:rPr lang="en-US" sz="2400" dirty="0" err="1" smtClean="0"/>
              <a:t>javac</a:t>
            </a:r>
            <a:r>
              <a:rPr lang="en-US" sz="2400" dirty="0" smtClean="0"/>
              <a:t> MyFirstJavaProgram.java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      C</a:t>
            </a:r>
            <a:r>
              <a:rPr lang="en-US" sz="2400" dirty="0" smtClean="0"/>
              <a:t>:\&gt; java </a:t>
            </a:r>
            <a:r>
              <a:rPr lang="en-US" sz="2400" dirty="0" err="1" smtClean="0"/>
              <a:t>MyFirstJavaProgram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      Hello </a:t>
            </a:r>
            <a:r>
              <a:rPr lang="en-US" sz="2400" dirty="0" smtClean="0"/>
              <a:t>World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Primitive Data Types</a:t>
            </a:r>
          </a:p>
          <a:p>
            <a:pPr lvl="1"/>
            <a:r>
              <a:rPr lang="en-US" dirty="0" smtClean="0"/>
              <a:t>Primitive data types are predefined by the language and named by a keyword</a:t>
            </a:r>
            <a:endParaRPr lang="en-US" dirty="0" smtClean="0"/>
          </a:p>
          <a:p>
            <a:r>
              <a:rPr lang="en-US" b="1" dirty="0" smtClean="0"/>
              <a:t>Non Primitive Data Types</a:t>
            </a:r>
          </a:p>
          <a:p>
            <a:pPr lvl="1"/>
            <a:r>
              <a:rPr lang="en-US" dirty="0" smtClean="0"/>
              <a:t>The non-primitive data types are not predefined.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 in Java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95400"/>
            <a:ext cx="6705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Types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1962" y="1524000"/>
            <a:ext cx="8220075" cy="427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Java variable </a:t>
            </a:r>
            <a:r>
              <a:rPr lang="en-US" dirty="0" smtClean="0"/>
              <a:t>is a </a:t>
            </a:r>
            <a:r>
              <a:rPr lang="en-US" b="1" dirty="0" smtClean="0"/>
              <a:t>name</a:t>
            </a:r>
            <a:r>
              <a:rPr lang="en-US" dirty="0" smtClean="0"/>
              <a:t> given to a </a:t>
            </a:r>
            <a:r>
              <a:rPr lang="en-US" b="1" dirty="0" smtClean="0"/>
              <a:t>memory location.</a:t>
            </a:r>
            <a:r>
              <a:rPr lang="en-US" dirty="0" smtClean="0"/>
              <a:t> It is the basic unit of storage in a program.</a:t>
            </a:r>
          </a:p>
          <a:p>
            <a:pPr fontAlgn="base"/>
            <a:r>
              <a:rPr lang="en-US" b="1" dirty="0" smtClean="0"/>
              <a:t>Syntax</a:t>
            </a:r>
            <a:r>
              <a:rPr lang="en-US" dirty="0" smtClean="0"/>
              <a:t> to declare a variable:</a:t>
            </a:r>
          </a:p>
          <a:p>
            <a:pPr lvl="1" fontAlgn="base">
              <a:buNone/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       type variable name;</a:t>
            </a:r>
          </a:p>
          <a:p>
            <a:pPr fontAlgn="base"/>
            <a:r>
              <a:rPr lang="en-US" b="1" dirty="0" smtClean="0"/>
              <a:t>Example:</a:t>
            </a:r>
          </a:p>
          <a:p>
            <a:pPr lvl="1" fontAlgn="base">
              <a:buNone/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      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</a:rPr>
              <a:t>int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number;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Java Variables Types</a:t>
            </a:r>
          </a:p>
          <a:p>
            <a:pPr lvl="1"/>
            <a:r>
              <a:rPr lang="en-US" dirty="0" smtClean="0"/>
              <a:t>Local variables:</a:t>
            </a:r>
          </a:p>
          <a:p>
            <a:pPr lvl="2"/>
            <a:r>
              <a:rPr lang="en-US" dirty="0" smtClean="0"/>
              <a:t>declared in methods, constructors, or blocks.</a:t>
            </a:r>
            <a:endParaRPr lang="en-US" dirty="0" smtClean="0"/>
          </a:p>
          <a:p>
            <a:pPr lvl="1"/>
            <a:r>
              <a:rPr lang="en-US" dirty="0" smtClean="0"/>
              <a:t>Instance variables</a:t>
            </a:r>
          </a:p>
          <a:p>
            <a:pPr lvl="2"/>
            <a:r>
              <a:rPr lang="en-US" dirty="0" smtClean="0"/>
              <a:t>declared in a class, but outside a method, constructor or any block.</a:t>
            </a:r>
            <a:endParaRPr lang="en-US" dirty="0" smtClean="0"/>
          </a:p>
          <a:p>
            <a:pPr lvl="1"/>
            <a:r>
              <a:rPr lang="en-US" dirty="0" smtClean="0"/>
              <a:t>Class/Static variables</a:t>
            </a:r>
          </a:p>
          <a:p>
            <a:pPr lvl="2"/>
            <a:r>
              <a:rPr lang="en-US" dirty="0" smtClean="0"/>
              <a:t>declared with the static keyword in a class, but outside a method, constructor or a block.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233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Java Overview</vt:lpstr>
      <vt:lpstr>What is Java?</vt:lpstr>
      <vt:lpstr>History of Java </vt:lpstr>
      <vt:lpstr>History of Java </vt:lpstr>
      <vt:lpstr>Features of Java</vt:lpstr>
      <vt:lpstr>Comparison between C, C++, Java</vt:lpstr>
      <vt:lpstr>JDK(Java Development Kit)</vt:lpstr>
      <vt:lpstr>Java Program Structure</vt:lpstr>
      <vt:lpstr>Hello World Program</vt:lpstr>
      <vt:lpstr>Data Types in Java</vt:lpstr>
      <vt:lpstr>Data Types in Java</vt:lpstr>
      <vt:lpstr>Primitive Data Types</vt:lpstr>
      <vt:lpstr>Variables</vt:lpstr>
      <vt:lpstr>Variables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27</cp:revision>
  <dcterms:created xsi:type="dcterms:W3CDTF">2006-08-16T00:00:00Z</dcterms:created>
  <dcterms:modified xsi:type="dcterms:W3CDTF">2025-06-28T19:35:57Z</dcterms:modified>
</cp:coreProperties>
</file>